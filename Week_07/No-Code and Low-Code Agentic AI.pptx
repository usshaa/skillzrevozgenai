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Urbanist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3342E9-6A11-4C16-8167-AF743A64B15B}">
  <a:tblStyle styleId="{F73342E9-6A11-4C16-8167-AF743A64B1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65521" y="2198340"/>
            <a:ext cx="7660957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No-Code and Low-Code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Agentic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447925" y="4103340"/>
            <a:ext cx="72961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Cases, Benefits, Limitations, and Visual Agent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539454"/>
            <a:ext cx="11430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760583" y="2872829"/>
            <a:ext cx="6670833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an AI Agent?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87295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Moving from a smart advisor to an active assistant that can act on its own.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2190750" y="2705100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Planning: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breaks a big goal into smaller steps and figures out the right order to do them.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2190750" y="350520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Tool use: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can actually do things: open websites, edit files, call apps, run code.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2190750" y="400050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Autonomy: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keeps working through a task without you having to approve every step.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190750" y="449580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Self-correction: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something doesn't work, it notices and tries a different approach.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7432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5433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0386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5339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Four Pillars of an Agent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16"/>
          <p:cNvGrpSpPr/>
          <p:nvPr/>
        </p:nvGrpSpPr>
        <p:grpSpPr>
          <a:xfrm>
            <a:off x="571500" y="1333500"/>
            <a:ext cx="11049000" cy="666900"/>
            <a:chOff x="0" y="0"/>
            <a:chExt cx="11049000" cy="6669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1049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0" y="0"/>
              <a:ext cx="1104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AI agents have existed as a concept for a while, but 2024 and 2025 are when they became easy for regular people to use.</a:t>
              </a:r>
              <a:endParaRPr sz="16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571500" y="2286000"/>
            <a:ext cx="3429000" cy="3619500"/>
            <a:chOff x="0" y="0"/>
            <a:chExt cx="3429000" cy="36195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228600" y="228600"/>
              <a:ext cx="29718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Capable Models</a:t>
              </a:r>
              <a:endParaRPr sz="22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The underlying AI models have finally achieved the intelligence and reliability required to execute complex tasks.</a:t>
              </a:r>
              <a:endParaRPr sz="1400" b="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4381500" y="2286000"/>
            <a:ext cx="3429000" cy="3619500"/>
            <a:chOff x="0" y="0"/>
            <a:chExt cx="3429000" cy="36195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228600" y="228600"/>
              <a:ext cx="29718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Intuitive Tools</a:t>
              </a:r>
              <a:endParaRPr sz="22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User interfaces and software integrations have become incredibly simple, lowering the barrier to entry.</a:t>
              </a:r>
              <a:endParaRPr sz="1400" b="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8191500" y="2286000"/>
            <a:ext cx="3429000" cy="3619500"/>
            <a:chOff x="0" y="0"/>
            <a:chExt cx="3429000" cy="3619500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 txBox="1"/>
            <p:nvPr/>
          </p:nvSpPr>
          <p:spPr>
            <a:xfrm>
              <a:off x="228600" y="228600"/>
              <a:ext cx="29718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Zero Code</a:t>
              </a:r>
              <a:endParaRPr sz="22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You no longer need to write complex code or understand backend APIs to put AI agents to work for you.</a:t>
              </a:r>
              <a:endParaRPr sz="1400" b="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6" name="Google Shape;126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This Matters Now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7"/>
          <p:cNvGraphicFramePr/>
          <p:nvPr>
            <p:extLst>
              <p:ext uri="{D42A27DB-BD31-4B8C-83A1-F6EECF244321}">
                <p14:modId xmlns:p14="http://schemas.microsoft.com/office/powerpoint/2010/main" val="2185618257"/>
              </p:ext>
            </p:extLst>
          </p:nvPr>
        </p:nvGraphicFramePr>
        <p:xfrm>
          <a:off x="571500" y="1247775"/>
          <a:ext cx="11049000" cy="52006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98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F8FAFC"/>
                          </a:solidFill>
                          <a:sym typeface="Urbanist"/>
                        </a:rPr>
                        <a:t>Platform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F8FAFC"/>
                          </a:solidFill>
                          <a:sym typeface="Urbanist"/>
                        </a:rPr>
                        <a:t>Skill Level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F8FAFC"/>
                          </a:solidFill>
                          <a:sym typeface="Urbanist"/>
                        </a:rPr>
                        <a:t>Best For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CBD5E1"/>
                          </a:solidFill>
                          <a:sym typeface="Inter"/>
                        </a:rPr>
                        <a:t>ChatGPT Agent Mode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Beginner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Quick web research, compiling info.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Manus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Beginner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Polished research reports, reusable workflows.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Claude Cowork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Low to Medium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Organizing local files and cloud apps.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OpenClaw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24/7 personal assistant, learns preferences.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Zapier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Low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Connecting business apps, event triggers.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n8n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Medium to High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Complex pipelines, high control.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Claude Code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Medium to High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rgbClr val="CBD5E1"/>
                          </a:solidFill>
                          <a:sym typeface="Inter"/>
                        </a:rPr>
                        <a:t>Building real software, testing code.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3" name="Google Shape;133;p17"/>
          <p:cNvSpPr/>
          <p:nvPr/>
        </p:nvSpPr>
        <p:spPr>
          <a:xfrm>
            <a:off x="571500" y="1843087"/>
            <a:ext cx="2986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557587" y="1843087"/>
            <a:ext cx="2297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854600" y="1843087"/>
            <a:ext cx="5765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571500" y="2500312"/>
            <a:ext cx="2986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3557587" y="2500312"/>
            <a:ext cx="2297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5854600" y="2500312"/>
            <a:ext cx="5765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71500" y="3157537"/>
            <a:ext cx="2986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3557587" y="3157537"/>
            <a:ext cx="2297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854600" y="3157537"/>
            <a:ext cx="5765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1500" y="3814762"/>
            <a:ext cx="2986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557587" y="3814762"/>
            <a:ext cx="2297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54600" y="3814762"/>
            <a:ext cx="5765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4471987"/>
            <a:ext cx="2986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557587" y="4471987"/>
            <a:ext cx="2297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854600" y="4471987"/>
            <a:ext cx="5765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5129212"/>
            <a:ext cx="2986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557587" y="5129212"/>
            <a:ext cx="2297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854600" y="5129212"/>
            <a:ext cx="5765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5786437"/>
            <a:ext cx="2986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557587" y="5786437"/>
            <a:ext cx="22970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54600" y="5786437"/>
            <a:ext cx="57658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409575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Tools at a Glance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7497"/>
            <a:ext cx="5334000" cy="250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97497"/>
            <a:ext cx="5334000" cy="250120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1818322" y="3645247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ChatGPT Agent Mode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66775" y="4111972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easiest starting point. Gives ChatGPT a real browser to visit websites, read content, and pull info together.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528446" y="3645247"/>
            <a:ext cx="85010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Manus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581775" y="4111972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Handles big tasks start to finish. Builds interactive dashboards. Skill Creator lets you save workflows.</a:t>
            </a:r>
            <a:endParaRPr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09900" y="294039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96325" y="294039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Beginner-Friendly Agents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812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04850" y="21812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09625" y="21812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Deep research reports: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Point it at a topic, it searches everywhere and builds a full interactive dashboard.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04850" y="29337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09625" y="29337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Content gap analysis: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Find the questions no one in your niche is answering.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04850" y="3686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09625" y="36861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Infographic QA: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Upload an AI-generated image, get it back with errors fixed.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04850" y="44386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09625" y="44386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YouTube descriptions: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Give it a video link, it watches and writes the description with timestamps.</a:t>
            </a:r>
            <a:endParaRPr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9075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Deep Dive: Manus Use Cases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3175"/>
            <a:ext cx="5286375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43175"/>
            <a:ext cx="528637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849391" y="29337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Claude Cowork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62025" y="34004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assistant with access to your computer. Can read, rename, organize, create, and move files on your behalf. Great for sorting large numbers of files.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612016" y="29337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OpenClaw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724650" y="34004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open-source personal AI assistant that runs 24/7. Connects to email, calendar, browser. Learns your preferences over time. Requires server setup.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Desktop and Personal Assistants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0277"/>
            <a:ext cx="5334000" cy="277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60277"/>
            <a:ext cx="5334000" cy="2775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2818447" y="3508027"/>
            <a:ext cx="8401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Zapier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866775" y="3974752"/>
            <a:ext cx="4743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Connects over 7,000 apps. Use plain English to set up automations. Great for simple event triggers across multiple tools.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8718470" y="3508027"/>
            <a:ext cx="47005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n8n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581775" y="3974752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Full control over APIs, logic, and data flow. Build visually by connecting blocks. Free to run on your own server.</a:t>
            </a:r>
            <a:endParaRPr/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38475" y="280317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96325" y="280317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Workflow Automation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812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71500" y="21812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Unlike other tools, Claude Code actually builds software. You describe what you want, and it writes, tests, and fixes the code.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704850" y="3238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09625" y="32385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Clone apps: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Analyze screenshots to build a working version.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704850" y="39909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809625" y="39909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Chrome extensions: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Automate browser tasks easily.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704850" y="44386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809625" y="44386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Internal tools: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Build project trackers or dashboards without waiting for a developer.</a:t>
            </a:r>
            <a:endParaRPr/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9075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Coding Agents: Claude Code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2190750" y="26098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Improve your prompt: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Ask AI to rewrite your prompt for the specific tool you're using.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2190750" y="31051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Be specific: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Describe what a good result looks like and who it's for.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2190750" y="36004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Start simple: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Get one thing working before adding complexity.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2190750" y="40957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Check outputs: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Agents can make mistakes confidently. Always review.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2190750" y="45910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Work in a copy: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Never let an agent work on your only version of a file.</a:t>
            </a:r>
            <a:endParaRPr/>
          </a:p>
        </p:txBody>
      </p:sp>
      <p:pic>
        <p:nvPicPr>
          <p:cNvPr id="236" name="Google Shape;23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479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143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6385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1338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62915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Getting the Most Out of Agents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/>
          <p:nvPr/>
        </p:nvSpPr>
        <p:spPr>
          <a:xfrm>
            <a:off x="5524500" y="2722215"/>
            <a:ext cx="11430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1510426" y="3055590"/>
            <a:ext cx="9171146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Live Demo: n8n Visual Design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3638550" y="4055715"/>
            <a:ext cx="4914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Building local, free, zero-API-cost workflows.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571500" y="571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n8n: The Local Advantage</a:t>
            </a:r>
            <a:endParaRPr/>
          </a:p>
        </p:txBody>
      </p:sp>
      <p:pic>
        <p:nvPicPr>
          <p:cNvPr id="256" name="Google Shape;25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571500" y="14097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is ideal for full-control workflows. By running it locally, you can leverage completely free resources without API limits.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571500" y="24765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this demo, we will use open-source local LLMs (like Llama 3 via Ollama) and basic webhooks—no paid subscriptions required.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95575"/>
            <a:ext cx="528637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95575"/>
            <a:ext cx="528637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 txBox="1"/>
          <p:nvPr/>
        </p:nvSpPr>
        <p:spPr>
          <a:xfrm>
            <a:off x="849391" y="30861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Goal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962025" y="35528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Take a long-form text (e.g., a video transcript) and automatically generate a blog post, a Twitter thread, and a LinkedIn post.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6612016" y="30861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Setup (No-Cost)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6724650" y="35528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 via Webhook/Local File. Connect to an Ollama Node running Llama 3 locally. Output to a local markdown file or email.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Case 1: Content Repurposing Agent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/>
          <p:nvPr/>
        </p:nvSpPr>
        <p:spPr>
          <a:xfrm>
            <a:off x="2190750" y="24574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Trigger: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a Webhook Node to receive the raw text payload.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2190750" y="2952750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Node 1 (Blog):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Prompt local LLM: "Turn this text into a 600-word blog post with an SEO headline."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2190750" y="37528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Node 2 (Twitter):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Prompt local LLM: "Create an 8-tweet thread based on this content."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190750" y="42481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 Node 3 (LinkedIn):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Prompt local LLM: "Write a 200-word LinkedIn post."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2190750" y="47434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Output: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the Write to File node to save all generated content locally.</a:t>
            </a:r>
            <a:endParaRPr/>
          </a:p>
        </p:txBody>
      </p:sp>
      <p:pic>
        <p:nvPicPr>
          <p:cNvPr id="281" name="Google Shape;28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4955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990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7909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286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78155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Content Agent: Step-by-Step in n8n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95575"/>
            <a:ext cx="528637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95575"/>
            <a:ext cx="528637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8"/>
          <p:cNvSpPr txBox="1"/>
          <p:nvPr/>
        </p:nvSpPr>
        <p:spPr>
          <a:xfrm>
            <a:off x="849391" y="30861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Goal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962025" y="35528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Automatically read incoming support requests, categorize them, and draft a response for simple queries.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6612016" y="3086100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Setup (No-Cost)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6724650" y="355282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Trigger via incoming email (IMAP Node). Analyze with local Ollama LLM. Send draft via local SMTP or save to a local database (SQLite Node).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Use Case 2: Support Ticket Triage Agent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 txBox="1"/>
          <p:nvPr/>
        </p:nvSpPr>
        <p:spPr>
          <a:xfrm>
            <a:off x="2190750" y="24574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Trigger: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IMAP node polls a test email inbox for new messages.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2190750" y="2952750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Classification Node: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Local LLM categorizes the email as 'Billing', 'Tech Support', or 'General'.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2190750" y="37528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Switch Node: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Routes the workflow based on the category.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2190750" y="42481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Drafting Node: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'General', prompt LLM to draft a polite reply based on local FAQ context.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2190750" y="4743450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Logging: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Save the category and draft to a local SQLite database for human review.</a:t>
            </a:r>
            <a:endParaRPr/>
          </a:p>
        </p:txBody>
      </p:sp>
      <p:pic>
        <p:nvPicPr>
          <p:cNvPr id="309" name="Google Shape;30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4955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990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7909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286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78155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Support Agent: Step-by-Step in n8n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0277"/>
            <a:ext cx="3429000" cy="277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460277"/>
            <a:ext cx="3429000" cy="277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460277"/>
            <a:ext cx="3429000" cy="277549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1355883" y="3508027"/>
            <a:ext cx="186023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Zero API Costs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866775" y="3974752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connecting n8n to local models like Ollama, you eliminate per-token charges entirely.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5275897" y="3508027"/>
            <a:ext cx="16402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Privacy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4676775" y="3974752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Sensitive customer support emails or proprietary content never leave your local machine.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8785860" y="3508027"/>
            <a:ext cx="22402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Visual Debugging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8486775" y="3974752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See exactly what data is passed between the trigger, the LLM, and the output at every step.</a:t>
            </a:r>
            <a:endParaRPr/>
          </a:p>
        </p:txBody>
      </p:sp>
      <p:pic>
        <p:nvPicPr>
          <p:cNvPr id="329" name="Google Shape;329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80317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80317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8825" y="280317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n8n for Local Agents?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1"/>
          <p:cNvSpPr txBox="1"/>
          <p:nvPr/>
        </p:nvSpPr>
        <p:spPr>
          <a:xfrm>
            <a:off x="2095500" y="2625179"/>
            <a:ext cx="8001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Let's Build It Live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2286000" y="350147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Switching to the n8n canvas to build the Content Repurposing Agent from scratch using local LLMs.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Widescreen</PresentationFormat>
  <Paragraphs>116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Urbanist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Usha Nandhini</cp:lastModifiedBy>
  <cp:revision>1</cp:revision>
  <dcterms:modified xsi:type="dcterms:W3CDTF">2026-07-12T14:47:57Z</dcterms:modified>
</cp:coreProperties>
</file>